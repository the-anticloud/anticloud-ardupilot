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Competitive Moat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Why Anticloud Wins in SPACE_AEROTECH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1. PAX L5 Narrow L2 General 27B runs offline — no competitor offers a 27B-parameter model that runs fully air-gapped at this quality level</a:t>
            </a:r>
          </a:p>
          <a:p>
            <a:r>
              <a:rPr sz="1400"/>
              <a:t>2. AIOSS ledger is cryptographically tamper-evident — cloud providers cannot offer this because they control the audit log</a:t>
            </a:r>
          </a:p>
          <a:p>
            <a:r>
              <a:rPr sz="1400"/>
              <a:t>3. Single binary — no Docker, no Kubernetes, no cloud account required. Deployable by anyone.</a:t>
            </a:r>
          </a:p>
          <a:p>
            <a:r>
              <a:rPr sz="1400"/>
              <a:t>4. Zero telemetry — verified by network monitor. Cloud competitors cannot make this claim.</a:t>
            </a:r>
          </a:p>
          <a:p>
            <a:r>
              <a:rPr sz="1400"/>
              <a:t>5. GPL upstream + Anticommons additions — full source transparency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Upstream: https://github.com/ArduPilot/ardupilot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The upstream project provides the domain foundation. Anticloud adds the AI layer, security layer, and deployment layer that no cloud-dependent fork can match.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Moat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Regulated industries (government, medical, defense, finance) cannot use cloud AI. Anticloud is the only production-ready option. That is the moat.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